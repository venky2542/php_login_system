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5" d="100"/>
          <a:sy n="95" d="100"/>
        </p:scale>
        <p:origin x="2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76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034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87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400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36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76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8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10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50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50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6565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300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083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804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477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37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E8DD-0EEA-415C-9E3B-18EFF662431A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3275581-410B-4B29-9245-D4BABFA9B6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66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3BC6-2BB5-2E91-9A0D-936D8A4A2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68442"/>
            <a:ext cx="7766936" cy="272715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PHP Login System with E-Commerce Style Dashboard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58DF8D-F4E5-BD50-C7E6-049EC8A560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3521978"/>
            <a:ext cx="851540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MADDI VENKATA TEJA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Internship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Organization: SNS Infotech Innovations Private Limited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 PHP, MySQL, HTML, CSS, XAMPP </a:t>
            </a:r>
          </a:p>
        </p:txBody>
      </p:sp>
    </p:spTree>
    <p:extLst>
      <p:ext uri="{BB962C8B-B14F-4D97-AF65-F5344CB8AC3E}">
        <p14:creationId xmlns:p14="http://schemas.microsoft.com/office/powerpoint/2010/main" val="219548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6F92-73AC-7310-2BA4-AB699F3F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0873A-AAB3-51D8-0B7D-D1126DB67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This project implements a login authentication system</a:t>
            </a:r>
          </a:p>
          <a:p>
            <a:r>
              <a:rPr lang="en-US" sz="1800" dirty="0"/>
              <a:t>using PHP and MySQL.</a:t>
            </a:r>
          </a:p>
          <a:p>
            <a:r>
              <a:rPr lang="en-US" sz="1800" dirty="0"/>
              <a:t>After successful login, users are redirected to a</a:t>
            </a:r>
          </a:p>
          <a:p>
            <a:r>
              <a:rPr lang="en-US" sz="1800" dirty="0"/>
              <a:t>professional dashboard similar to an e-commerce admin panel.</a:t>
            </a:r>
          </a:p>
          <a:p>
            <a:pPr marL="0" indent="0">
              <a:buNone/>
            </a:pPr>
            <a:r>
              <a:rPr lang="en-US" sz="1800" b="1" dirty="0"/>
              <a:t>Features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800" dirty="0"/>
              <a:t>• Secure Login</a:t>
            </a:r>
          </a:p>
          <a:p>
            <a:pPr marL="0" indent="0">
              <a:buNone/>
            </a:pPr>
            <a:r>
              <a:rPr lang="en-US" sz="1800" dirty="0"/>
              <a:t>• Dashboard Interface</a:t>
            </a:r>
          </a:p>
          <a:p>
            <a:pPr marL="0" indent="0">
              <a:buNone/>
            </a:pPr>
            <a:r>
              <a:rPr lang="en-US" sz="1800" dirty="0"/>
              <a:t>• Product Listing</a:t>
            </a:r>
          </a:p>
          <a:p>
            <a:pPr marL="0" indent="0">
              <a:buNone/>
            </a:pPr>
            <a:r>
              <a:rPr lang="en-US" sz="1800" dirty="0"/>
              <a:t>• Add to Cart</a:t>
            </a:r>
          </a:p>
          <a:p>
            <a:pPr marL="0" indent="0">
              <a:buNone/>
            </a:pPr>
            <a:r>
              <a:rPr lang="en-US" sz="1800" dirty="0"/>
              <a:t>• Cart Management</a:t>
            </a:r>
          </a:p>
          <a:p>
            <a:pPr marL="0" indent="0">
              <a:buNone/>
            </a:pPr>
            <a:r>
              <a:rPr lang="en-US" sz="1800" dirty="0"/>
              <a:t>• Logout System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35964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52CC1-3A3C-E817-3681-A76B5D051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E5473-5AEE-739D-1E2C-1B7365368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Frontend</a:t>
            </a:r>
          </a:p>
          <a:p>
            <a:pPr marL="0" indent="0">
              <a:buNone/>
            </a:pPr>
            <a:r>
              <a:rPr lang="en-IN" dirty="0"/>
              <a:t>• HTML</a:t>
            </a:r>
          </a:p>
          <a:p>
            <a:pPr marL="0" indent="0">
              <a:buNone/>
            </a:pPr>
            <a:r>
              <a:rPr lang="en-IN" dirty="0"/>
              <a:t>• CSS</a:t>
            </a:r>
          </a:p>
          <a:p>
            <a:pPr marL="0" indent="0">
              <a:buNone/>
            </a:pPr>
            <a:r>
              <a:rPr lang="en-IN" dirty="0"/>
              <a:t>• Font Awesome</a:t>
            </a:r>
          </a:p>
          <a:p>
            <a:pPr marL="0" indent="0">
              <a:buNone/>
            </a:pPr>
            <a:r>
              <a:rPr lang="en-IN" dirty="0"/>
              <a:t>Backend</a:t>
            </a:r>
          </a:p>
          <a:p>
            <a:pPr marL="0" indent="0">
              <a:buNone/>
            </a:pPr>
            <a:r>
              <a:rPr lang="en-IN" dirty="0"/>
              <a:t>• PHP</a:t>
            </a:r>
          </a:p>
          <a:p>
            <a:pPr marL="0" indent="0">
              <a:buNone/>
            </a:pPr>
            <a:r>
              <a:rPr lang="en-IN" b="1" dirty="0"/>
              <a:t>Database</a:t>
            </a:r>
          </a:p>
          <a:p>
            <a:pPr marL="0" indent="0">
              <a:buNone/>
            </a:pPr>
            <a:r>
              <a:rPr lang="en-IN" dirty="0"/>
              <a:t>• MySQL</a:t>
            </a:r>
          </a:p>
          <a:p>
            <a:pPr marL="0" indent="0">
              <a:buNone/>
            </a:pPr>
            <a:r>
              <a:rPr lang="en-IN" b="1" dirty="0"/>
              <a:t>Tools</a:t>
            </a:r>
          </a:p>
          <a:p>
            <a:pPr marL="0" indent="0">
              <a:buNone/>
            </a:pPr>
            <a:r>
              <a:rPr lang="en-IN" dirty="0"/>
              <a:t>• XAMPP</a:t>
            </a:r>
          </a:p>
          <a:p>
            <a:pPr marL="0" indent="0">
              <a:buNone/>
            </a:pPr>
            <a:r>
              <a:rPr lang="en-IN" dirty="0"/>
              <a:t>• VS Code</a:t>
            </a:r>
          </a:p>
          <a:p>
            <a:pPr marL="0" indent="0">
              <a:buNone/>
            </a:pPr>
            <a:r>
              <a:rPr lang="en-IN" dirty="0"/>
              <a:t>• phpMyAdmin</a:t>
            </a:r>
          </a:p>
        </p:txBody>
      </p:sp>
    </p:spTree>
    <p:extLst>
      <p:ext uri="{BB962C8B-B14F-4D97-AF65-F5344CB8AC3E}">
        <p14:creationId xmlns:p14="http://schemas.microsoft.com/office/powerpoint/2010/main" val="337785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A791-F027-4DDB-7320-BC40B9121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933D3-2F3A-F999-BC59-A0D5774337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dirty="0"/>
              <a:t>User</a:t>
            </a:r>
          </a:p>
          <a:p>
            <a:pPr marL="0" indent="0" algn="ctr">
              <a:buNone/>
            </a:pPr>
            <a:r>
              <a:rPr lang="en-IN" sz="2000" dirty="0"/>
              <a:t> ↓</a:t>
            </a:r>
          </a:p>
          <a:p>
            <a:pPr marL="0" indent="0" algn="ctr">
              <a:buNone/>
            </a:pPr>
            <a:r>
              <a:rPr lang="en-IN" sz="2000" dirty="0"/>
              <a:t>Login Page</a:t>
            </a:r>
          </a:p>
          <a:p>
            <a:pPr marL="0" indent="0" algn="ctr">
              <a:buNone/>
            </a:pPr>
            <a:r>
              <a:rPr lang="en-IN" sz="2000" dirty="0"/>
              <a:t> ↓</a:t>
            </a:r>
          </a:p>
          <a:p>
            <a:pPr marL="0" indent="0" algn="ctr">
              <a:buNone/>
            </a:pPr>
            <a:r>
              <a:rPr lang="en-IN" sz="2000" dirty="0"/>
              <a:t>Authentication (PHP)</a:t>
            </a:r>
          </a:p>
          <a:p>
            <a:pPr marL="0" indent="0" algn="ctr">
              <a:buNone/>
            </a:pPr>
            <a:r>
              <a:rPr lang="en-IN" sz="2000" dirty="0"/>
              <a:t> ↓</a:t>
            </a:r>
          </a:p>
          <a:p>
            <a:pPr marL="0" indent="0" algn="ctr">
              <a:buNone/>
            </a:pPr>
            <a:r>
              <a:rPr lang="en-IN" sz="2000" dirty="0"/>
              <a:t>Database Verification (MySQL)</a:t>
            </a:r>
          </a:p>
          <a:p>
            <a:pPr marL="0" indent="0" algn="ctr">
              <a:buNone/>
            </a:pPr>
            <a:r>
              <a:rPr lang="en-IN" sz="2000" dirty="0"/>
              <a:t>↓</a:t>
            </a:r>
          </a:p>
          <a:p>
            <a:pPr marL="0" indent="0" algn="ctr">
              <a:buNone/>
            </a:pPr>
            <a:r>
              <a:rPr lang="en-IN" sz="2000" dirty="0"/>
              <a:t>Dashboard</a:t>
            </a:r>
          </a:p>
          <a:p>
            <a:pPr marL="0" indent="0" algn="ctr">
              <a:buNone/>
            </a:pPr>
            <a:r>
              <a:rPr lang="en-IN" sz="2000" dirty="0"/>
              <a:t> ↓</a:t>
            </a:r>
          </a:p>
          <a:p>
            <a:pPr marL="0" indent="0" algn="ctr">
              <a:buNone/>
            </a:pPr>
            <a:r>
              <a:rPr lang="en-IN" sz="2000" dirty="0"/>
              <a:t>Products → Cart → Logout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517DBF-14AB-BFA9-DB5F-46BCF7C20C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283368"/>
            <a:ext cx="5313947" cy="455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33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27C86-AAEB-9B52-094C-5449B665B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Dashboard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48680-1E45-7464-EB94-78BF436983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After login, the user is redirected to a dashboard.</a:t>
            </a:r>
          </a:p>
          <a:p>
            <a:endParaRPr lang="en-US" dirty="0"/>
          </a:p>
          <a:p>
            <a:r>
              <a:rPr lang="en-US" dirty="0"/>
              <a:t>The dashboard contains navigation sidebar,</a:t>
            </a:r>
          </a:p>
          <a:p>
            <a:r>
              <a:rPr lang="en-US" dirty="0"/>
              <a:t>product statistics, and featured products.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381573F-2B49-A549-2232-938AB04E2D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9"/>
            <a:ext cx="5181600" cy="368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18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A1A6-DADD-63A4-EACC-5401EAC9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Product and Cart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F4893-94C3-531E-9459-BF6C55E880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Users can browse products and add them to cart.</a:t>
            </a:r>
          </a:p>
          <a:p>
            <a:endParaRPr lang="en-US" dirty="0"/>
          </a:p>
          <a:p>
            <a:r>
              <a:rPr lang="en-US" dirty="0"/>
              <a:t>The cart page stores selected products using</a:t>
            </a:r>
          </a:p>
          <a:p>
            <a:r>
              <a:rPr lang="en-US" dirty="0"/>
              <a:t>PHP session variables and calculates the total price.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6C187D-6396-40E9-D466-C9DD3B444E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9"/>
            <a:ext cx="5181600" cy="368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86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DB38-6887-5066-87D6-04E1D505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Database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F962-5AFE-B3E0-60BC-85E2092DB6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project uses MySQL database to store user credentials.</a:t>
            </a:r>
          </a:p>
          <a:p>
            <a:endParaRPr lang="en-US" dirty="0"/>
          </a:p>
          <a:p>
            <a:r>
              <a:rPr lang="en-US" dirty="0"/>
              <a:t>Database Name: login-system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Table: users</a:t>
            </a:r>
          </a:p>
          <a:p>
            <a:pPr marL="0" indent="0">
              <a:buNone/>
            </a:pPr>
            <a:r>
              <a:rPr lang="en-US" b="1" dirty="0"/>
              <a:t>Fields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• id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userId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password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B657C5-FA5D-ABD1-BB0A-AC16B7C5B1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59832"/>
            <a:ext cx="5181600" cy="458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511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224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PHP Login System with E-Commerce Style Dashboard</vt:lpstr>
      <vt:lpstr>Project Overview</vt:lpstr>
      <vt:lpstr>Technologies Used</vt:lpstr>
      <vt:lpstr>System Architecture</vt:lpstr>
      <vt:lpstr>Dashboard Interface</vt:lpstr>
      <vt:lpstr>Product and Cart System</vt:lpstr>
      <vt:lpstr>Database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vv5087867@outlook.com</dc:creator>
  <cp:lastModifiedBy>vv5087867@outlook.com</cp:lastModifiedBy>
  <cp:revision>14</cp:revision>
  <dcterms:created xsi:type="dcterms:W3CDTF">2026-03-30T12:57:01Z</dcterms:created>
  <dcterms:modified xsi:type="dcterms:W3CDTF">2026-03-30T13:06:52Z</dcterms:modified>
</cp:coreProperties>
</file>